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
  </p:notesMasterIdLst>
  <p:sldIdLst>
    <p:sldId id="256" r:id="rId2"/>
    <p:sldId id="257" r:id="rId3"/>
    <p:sldId id="258" r:id="rId4"/>
    <p:sldId id="259" r:id="rId5"/>
  </p:sldIdLst>
  <p:sldSz cx="9144000" cy="5143500" type="screen16x9"/>
  <p:notesSz cx="6858000" cy="9144000"/>
  <p:embeddedFontLst>
    <p:embeddedFont>
      <p:font typeface="Lato" panose="020F0502020204030203" pitchFamily="34" charset="0"/>
      <p:regular r:id="rId7"/>
      <p:bold r:id="rId8"/>
      <p:italic r:id="rId9"/>
      <p:boldItalic r:id="rId10"/>
    </p:embeddedFont>
    <p:embeddedFont>
      <p:font typeface="Raleway" pitchFamily="2"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880" y="4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1231f45f93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1231f45f93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1231f45f93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1231f45f93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1231f45f93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1231f45f93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3750" y="1322450"/>
            <a:ext cx="80322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2933" dirty="0"/>
              <a:t>Why Marketing and HR Teams are Prime Targets for Phishing Attacks</a:t>
            </a:r>
            <a:endParaRPr sz="2600" dirty="0">
              <a:highlight>
                <a:srgbClr val="FFFF00"/>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phishing?</a:t>
            </a:r>
            <a:endParaRPr/>
          </a:p>
        </p:txBody>
      </p:sp>
      <p:sp>
        <p:nvSpPr>
          <p:cNvPr id="92" name="Google Shape;92;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400" dirty="0"/>
              <a:t>Phishing is criminals using scam emails,text messages or phone calls to be able to trick their victims. This is with the aim to make someone visit their website to be able to steal information from the email receiver.</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1200"/>
              </a:spcAft>
              <a:buNone/>
            </a:pPr>
            <a:r>
              <a:rPr lang="en-US" dirty="0"/>
              <a:t>5 Ways to spot fishing emails:</a:t>
            </a:r>
          </a:p>
          <a:p>
            <a:pPr marL="285750" indent="-285750">
              <a:spcAft>
                <a:spcPts val="1200"/>
              </a:spcAft>
            </a:pPr>
            <a:r>
              <a:rPr lang="en-US" dirty="0"/>
              <a:t>Generic Greetings such as “Dear customer” or “Dear worker” instead of your personal name.</a:t>
            </a:r>
          </a:p>
          <a:p>
            <a:pPr marL="285750" indent="-285750">
              <a:spcAft>
                <a:spcPts val="1200"/>
              </a:spcAft>
            </a:pPr>
            <a:r>
              <a:rPr lang="en-US" dirty="0"/>
              <a:t>Unusual sender address or domain name: Look for the sender email address or domain. If it seems suspicious it could be a potential phishing attempt.</a:t>
            </a:r>
          </a:p>
          <a:p>
            <a:pPr marL="285750" indent="-285750">
              <a:spcAft>
                <a:spcPts val="1200"/>
              </a:spcAft>
            </a:pPr>
            <a:r>
              <a:rPr lang="en-US" dirty="0"/>
              <a:t>Requests for personal Information: Legitimate companies rarely ask for sensitive information like passwords and credit cards details through emails.</a:t>
            </a:r>
          </a:p>
          <a:p>
            <a:pPr marL="285750" indent="-285750">
              <a:spcAft>
                <a:spcPts val="1200"/>
              </a:spcAft>
            </a:pPr>
            <a:r>
              <a:rPr lang="en-US" dirty="0"/>
              <a:t>Poor Grammar and Spelling: Phishing emails often contain grammatical errors and typos and misspellings which can be common signs of a scam.</a:t>
            </a:r>
          </a:p>
          <a:p>
            <a:pPr marL="285750" indent="-285750">
              <a:spcAft>
                <a:spcPts val="1200"/>
              </a:spcAft>
            </a:pPr>
            <a:r>
              <a:rPr lang="en-US" dirty="0"/>
              <a:t>Sense of Urgency: Phishers add a sense of urgency to create an atmosphere that there will be consequences if one doesn’t act immediately.</a:t>
            </a:r>
            <a:endParaRPr dirty="0"/>
          </a:p>
        </p:txBody>
      </p:sp>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Learn to spot phishing emails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do we stop getting phished?</a:t>
            </a:r>
            <a:endParaRPr/>
          </a:p>
        </p:txBody>
      </p:sp>
      <p:sp>
        <p:nvSpPr>
          <p:cNvPr id="104" name="Google Shape;104;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1200"/>
              </a:spcAft>
              <a:buNone/>
            </a:pPr>
            <a:r>
              <a:rPr lang="en" sz="1400" dirty="0"/>
              <a:t>4 Tips to prevent Phishing:</a:t>
            </a:r>
          </a:p>
          <a:p>
            <a:pPr marL="285750" indent="-285750">
              <a:spcAft>
                <a:spcPts val="1200"/>
              </a:spcAft>
            </a:pPr>
            <a:r>
              <a:rPr lang="en" sz="1400" dirty="0"/>
              <a:t>Protect your computing by adding an antivirus so even if you do press a link your anti virus will protect against the phishing malware.</a:t>
            </a:r>
          </a:p>
          <a:p>
            <a:pPr marL="285750" indent="-285750">
              <a:spcAft>
                <a:spcPts val="1200"/>
              </a:spcAft>
            </a:pPr>
            <a:r>
              <a:rPr lang="en" sz="1400" dirty="0"/>
              <a:t>Protecting any important data by backing it up.</a:t>
            </a:r>
          </a:p>
          <a:p>
            <a:pPr marL="285750" indent="-285750">
              <a:spcAft>
                <a:spcPts val="1200"/>
              </a:spcAft>
            </a:pPr>
            <a:r>
              <a:rPr lang="en" sz="1400" dirty="0"/>
              <a:t>Using multi factor authentication for their accounts.</a:t>
            </a:r>
          </a:p>
          <a:p>
            <a:pPr marL="285750" indent="-285750">
              <a:spcAft>
                <a:spcPts val="1200"/>
              </a:spcAft>
            </a:pPr>
            <a:r>
              <a:rPr lang="en" sz="1400" dirty="0"/>
              <a:t>Veryifying requests for sensitive information , legitimate organizations won’t ask for passwords or payment details through an email.</a:t>
            </a: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260</Words>
  <Application>Microsoft Office PowerPoint</Application>
  <PresentationFormat>On-screen Show (16:9)</PresentationFormat>
  <Paragraphs>16</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Lato</vt:lpstr>
      <vt:lpstr>Raleway</vt:lpstr>
      <vt:lpstr>Streamline</vt:lpstr>
      <vt:lpstr>Why Marketing and HR Teams are Prime Targets for Phishing Attacks</vt:lpstr>
      <vt:lpstr>What is phishing?</vt:lpstr>
      <vt:lpstr>Learn to spot phishing emails</vt:lpstr>
      <vt:lpstr>How do we stop getting phished?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STUDENT - Nifemi Adegboyega</cp:lastModifiedBy>
  <cp:revision>1</cp:revision>
  <dcterms:modified xsi:type="dcterms:W3CDTF">2025-03-31T19:26:09Z</dcterms:modified>
</cp:coreProperties>
</file>